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Proposal &amp; Literature Survey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(25SC2107E)  |  KLH University  |  A.Y. 2026-27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Likhita Sri Chakiri (2520040067) | Satwika Gunda (2520040051) | Soundarya Valli J (2520040043)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Mr. N Lava Prasad, Assistant Professor, Dept. of ECE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  |  Project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UAV must send many messages over a weak, changing air-to-ground link with limited battery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send exact raw bits - reliable, but slow and energy-hungry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send only the meaning (semantic) - cheap and fast, but fragile on a bad channel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3: compressed semantic - cheapest, but lower quality ceiling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 is always best: it depends on channel, urgency, deadline and quality needed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  |  Project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Search-and-rescue, disaster surveys and inspection UAVs have urgent, safety-critical messages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choice = missed deadline, lost message, or wasted battery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(e.g. 'always send bits') ignore the situation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labelled dataset of 'correct' modes - the answer is only known after trying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system must LEARN the best choice online from reward feedback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- What Exists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  |  Project Proposal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200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Papers (refs)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F8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communication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Xu 2023, [2] Qin 2021, [4] Weng 2021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Sending meaning degrades gracefully as the channel worsens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UAV task-oriented / semantic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Kang 2022, [5], [6], [7]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transmission already studied on UAVs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bandits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 Li 2010 (LinUCB), [9]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learning with one action per context, no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prior work uses a fixed semantic codec OR a learned agent for a different decision (rate, AoI, power). Few treat the bit-vs-semantic choice itself as a learning problem.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  |  Project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UAV channel + task environment with a realistic reward (success, latency, energy)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mode selection as a contextual multi-armed bandit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LinUCB and Thompson Sampling from scratch; add a NumPy DQN baseline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an oracle and non-learning baselines with proper statistics (10 seeds)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robustness: ablation, sensitivity, and a battery-constrained setting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Approach: Contextual Bandit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  |  Project Proposal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20240" cy="2011680"/>
          </a:xfrm>
          <a:prstGeom prst="rect">
            <a:avLst/>
          </a:prstGeom>
          <a:solidFill>
            <a:srgbClr val="F3F7F9"/>
          </a:solidFill>
          <a:ln w="19050">
            <a:solidFill>
              <a:srgbClr val="1B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Observe context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SNR, urgency, delay budget, quality need, battery (13 features)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2011680"/>
          </a:xfrm>
          <a:prstGeom prst="rect">
            <a:avLst/>
          </a:prstGeom>
          <a:solidFill>
            <a:srgbClr val="F3F7F9"/>
          </a:solidFill>
          <a:ln w="19050">
            <a:solidFill>
              <a:srgbClr val="1B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Pick an arm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51760" y="19202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/ Semantic / Compressed semantic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1920240" cy="2011680"/>
          </a:xfrm>
          <a:prstGeom prst="rect">
            <a:avLst/>
          </a:prstGeom>
          <a:solidFill>
            <a:srgbClr val="F3F7F9"/>
          </a:solidFill>
          <a:ln w="19050">
            <a:solidFill>
              <a:srgbClr val="1B7F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Get reward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- latency penalty - energy cost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280160"/>
            <a:ext cx="1920240" cy="2011680"/>
          </a:xfrm>
          <a:prstGeom prst="rect">
            <a:avLst/>
          </a:prstGeom>
          <a:solidFill>
            <a:srgbClr val="F3F7F9"/>
          </a:solidFill>
          <a:ln w="19050">
            <a:solidFill>
              <a:srgbClr val="1B7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371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Update model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0" y="192024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LinUCB / Thompson Sampling learn online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reinforcement learning (reward feedback), not supervised learning - so no dataset is needed; a simulator generates tasks.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Evaluation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  |  Project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Learners: LinUCB, Thompson Sampling, epsilon-greedy, DQN (pure NumPy)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always-bit / semantic / compressed, random, threshold rule; Oracle as upper bound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average reward, cumulative regret, success rate, energy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tune on held-out seeds, evaluate on 10 other seeds, paired t-tests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studies: feature ablation, parameter sensitivity, battery-limited sequential setting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Preview: Does Learning Help?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  |  Project Proposal</a:t>
            </a:r>
            <a:endParaRPr lang="en-US" sz="900" dirty="0"/>
          </a:p>
        </p:txBody>
      </p:sp>
      <p:pic>
        <p:nvPicPr>
          <p:cNvPr id="6" name="Image 0" descr="/tmp/claude-0/-home-claude/3034f918-524f-55ec-bdc3-7b11727ddb59/scratchpad/project_src/uav-semantic-bandit/results/fi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12064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1188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LinUCB: 27% less regret than always-bit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 10/10 seeds (t = -3.83)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oracle mode on 76.7% of tasks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 in the Review 2 deck and report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data; gains are moderate and honestly reported (see Limitations in the report).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Hybrid Bit-Semantic Transmission Selection for UAVs  |  Project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Xu et al., Deep JSCC for Semantic Communications, IEEE Commun. Mag., 2023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Qin et al., Semantic Communications: Principles and Challenges, arXiv:2201.01389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Kang et al., Task-Oriented Image Transmission in UAS, IEEE TCOM, 2022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Weng &amp; Qin, Semantic Comm. Systems for Speech, IEEE JSAC, 2021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[5-7] UAV semantic / AoI / hybrid bit-semantic papers (arXiv 2023-2026)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Li et al., Contextual-Bandit News Recommendation (LinUCB), WWW 2010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2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Context-Aware Rate Adaptation for Flying Networks, arXiv:2504.05964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2026-10-15T02:48:22Z</dcterms:created>
  <dcterms:modified xsi:type="dcterms:W3CDTF">2026-10-15T02:48:22Z</dcterms:modified>
</cp:coreProperties>
</file>